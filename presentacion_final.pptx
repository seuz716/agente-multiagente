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Agente-Multiagente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Análisis y Mejoras</a:t>
            </a:r>
          </a:p>
          <a:p>
            <a: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Sistema de agentes especializados</a:t>
            </a:r>
          </a:p>
          <a:p>
            <a:r>
              <a:t>• Arquitectura escalable</a:t>
            </a:r>
          </a:p>
          <a:p>
            <a:r>
              <a:t>• Problemas identificados en auditoría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Mejoras Implementadas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FIX: matching logic en orquestador.js</a:t>
            </a:r>
          </a:p>
          <a:p>
            <a:r>
              <a:t>• Security: execFile() en server.js</a:t>
            </a:r>
          </a:p>
          <a:p>
            <a:r>
              <a:t>• Security: auth en endpoints Django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